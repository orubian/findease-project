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6" r:id="rId9"/>
    <p:sldId id="263" r:id="rId10"/>
    <p:sldId id="264" r:id="rId11"/>
    <p:sldId id="265" r:id="rId12"/>
    <p:sldId id="267" r:id="rId13"/>
  </p:sldIdLst>
  <p:sldSz cx="12192000" cy="6858000"/>
  <p:notesSz cx="6858000" cy="9144000"/>
  <p:defaultTextStyle>
    <a:defPPr>
      <a:defRPr lang="en-K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68" d="100"/>
          <a:sy n="68" d="100"/>
        </p:scale>
        <p:origin x="9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919C0E-3EC7-8432-6C8B-39EB221D31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K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D0CD5A0-4812-A968-384F-33C64FB2697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K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BEF325-A96C-B6C0-9104-89DEDDFFCA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5DE837-E53D-4454-8598-BBB1BCC42DEC}" type="datetimeFigureOut">
              <a:rPr lang="en-KE" smtClean="0"/>
              <a:t>24/02/2025</a:t>
            </a:fld>
            <a:endParaRPr lang="en-K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74C12B-FC92-D3D0-B39B-62916D14BC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A71C81-5625-9CFF-DBD9-D33362E444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AE8EA7-DA48-4759-99C5-221521EBD70E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30450302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929F11-ACCD-CC97-EBE5-9A577EDA9B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K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D438A0-EC98-FEC2-B77D-7A44CD6486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5E9B57-A618-7AD4-61D6-438608246B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5DE837-E53D-4454-8598-BBB1BCC42DEC}" type="datetimeFigureOut">
              <a:rPr lang="en-KE" smtClean="0"/>
              <a:t>24/02/2025</a:t>
            </a:fld>
            <a:endParaRPr lang="en-K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7FBA10-84D3-8164-CBDC-7AACE5AB9E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69DB8C-0AC8-6950-561E-9302A11478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AE8EA7-DA48-4759-99C5-221521EBD70E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22726641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6A92B7-B32B-4A52-E0FE-F4FCDB6F29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K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9E2D85-5C95-6951-CB56-2C5BB523AF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8AF8BE-2D50-D1FB-4970-6636B5C833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5DE837-E53D-4454-8598-BBB1BCC42DEC}" type="datetimeFigureOut">
              <a:rPr lang="en-KE" smtClean="0"/>
              <a:t>24/02/2025</a:t>
            </a:fld>
            <a:endParaRPr lang="en-K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1F2E01-82F9-50C7-1FA3-18A4A153DC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F5F4DA-8081-78F1-765D-EA912EAC25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AE8EA7-DA48-4759-99C5-221521EBD70E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10250911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DFEB94-D2F2-4BDB-F4F8-2ECEB384CA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K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CC7AC6-5D30-B586-294D-4E03FD1F827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3930A93-A1E2-6DB7-0B2C-E827230675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75C13C-A100-0CA4-0DA2-BC80028ED7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5DE837-E53D-4454-8598-BBB1BCC42DEC}" type="datetimeFigureOut">
              <a:rPr lang="en-KE" smtClean="0"/>
              <a:t>24/02/2025</a:t>
            </a:fld>
            <a:endParaRPr lang="en-K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1886D0-8F0A-667C-A5E5-E84AF3EA7F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E2C514-DDBA-9E62-E525-9DB92CF8FA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AE8EA7-DA48-4759-99C5-221521EBD70E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26480903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A3CEF7-9E90-39AB-A4C3-0E19CD5867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K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60B3FD-9FF9-20BD-B914-246CF58FD8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A68013A-5883-228F-6F04-4BFC46A52A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D708F07-6924-F71B-30C8-8911E09ECD9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539BB2E-AD3D-5C6A-1B53-10BB62D62A3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563ECBC-D84D-4BF7-1CFA-D90AF5E39F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5DE837-E53D-4454-8598-BBB1BCC42DEC}" type="datetimeFigureOut">
              <a:rPr lang="en-KE" smtClean="0"/>
              <a:t>24/02/2025</a:t>
            </a:fld>
            <a:endParaRPr lang="en-K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48DA388-E241-DEE5-239E-4AC69D88B3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1AB2552-D4B0-134F-A059-D21A41452D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AE8EA7-DA48-4759-99C5-221521EBD70E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33577679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B04E95-C1D7-D724-E9EE-B7A87323F8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K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0530C15-1E81-EED7-2CCB-2DA0A1D3D2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5DE837-E53D-4454-8598-BBB1BCC42DEC}" type="datetimeFigureOut">
              <a:rPr lang="en-KE" smtClean="0"/>
              <a:t>24/02/2025</a:t>
            </a:fld>
            <a:endParaRPr lang="en-K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2C0D8D6-8036-D861-E567-1A5342395A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0947E3F-D55F-D39D-2AE3-FFD6CE115C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AE8EA7-DA48-4759-99C5-221521EBD70E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42256034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247620A-0612-DA4E-8174-FBEA2163A1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5DE837-E53D-4454-8598-BBB1BCC42DEC}" type="datetimeFigureOut">
              <a:rPr lang="en-KE" smtClean="0"/>
              <a:t>24/02/2025</a:t>
            </a:fld>
            <a:endParaRPr lang="en-K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8B93EE2-C991-A876-0A94-165EF990BF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659F8C-0A43-BB29-18AE-D1EFBD3564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AE8EA7-DA48-4759-99C5-221521EBD70E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2766940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878C9E-F734-E497-FBDF-9283A38B7D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K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A8C571-63B9-89A8-B3A6-0455294A42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6CC43FE-F288-F10F-57AE-D0A0110ECE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E56EB1-3BD1-8003-2B9D-C11BC9AACC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5DE837-E53D-4454-8598-BBB1BCC42DEC}" type="datetimeFigureOut">
              <a:rPr lang="en-KE" smtClean="0"/>
              <a:t>24/02/2025</a:t>
            </a:fld>
            <a:endParaRPr lang="en-K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B82C7A-745E-1B9A-133C-4D14B92C54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BE2FA4-AC88-B079-7E8D-F79C0AB698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AE8EA7-DA48-4759-99C5-221521EBD70E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42245130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C15489-EAEA-5745-5CC2-3F87EB7C93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K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6687B61-9AFA-6686-2E91-FC7EDA3B9D8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K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8BD7BC2-873C-8D8D-7D02-39E624E3AE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135270-47AC-1C3A-ADE6-2938ED7417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5DE837-E53D-4454-8598-BBB1BCC42DEC}" type="datetimeFigureOut">
              <a:rPr lang="en-KE" smtClean="0"/>
              <a:t>24/02/2025</a:t>
            </a:fld>
            <a:endParaRPr lang="en-K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F1BC76E-A279-4141-4E27-9DCAADABBE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4A43C0-CED8-97A4-3E0C-44203C0880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AE8EA7-DA48-4759-99C5-221521EBD70E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7647861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03C674-8125-2D2B-E2BB-AF12717AE2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K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2F7B0F4-80FC-B4FF-1FD3-152A484C98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562DF7-7544-3A71-CC4A-660ECE9F37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5DE837-E53D-4454-8598-BBB1BCC42DEC}" type="datetimeFigureOut">
              <a:rPr lang="en-KE" smtClean="0"/>
              <a:t>24/02/2025</a:t>
            </a:fld>
            <a:endParaRPr lang="en-K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A6B093-02B9-7470-FF62-6C814A5303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353780-E83D-3FE1-E1BA-3F18AA2888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AE8EA7-DA48-4759-99C5-221521EBD70E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6183762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61598AA-2C90-FC98-51A8-13408D81BEB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K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8EAC6F0-B930-6598-1F79-1E171A1A47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C491BB-208D-BA37-38CB-EED0E66BDD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5DE837-E53D-4454-8598-BBB1BCC42DEC}" type="datetimeFigureOut">
              <a:rPr lang="en-KE" smtClean="0"/>
              <a:t>24/02/2025</a:t>
            </a:fld>
            <a:endParaRPr lang="en-K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F998DE-75F7-CAE7-6853-73491492A8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D3472D-E71E-8EA3-3D4B-6DB905424E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AE8EA7-DA48-4759-99C5-221521EBD70E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25637717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6000">
              <a:schemeClr val="accent1">
                <a:lumMod val="5000"/>
                <a:lumOff val="95000"/>
              </a:schemeClr>
            </a:gs>
            <a:gs pos="67000">
              <a:schemeClr val="accent1">
                <a:lumMod val="45000"/>
                <a:lumOff val="55000"/>
              </a:schemeClr>
            </a:gs>
            <a:gs pos="91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E1080C1-A892-BBD3-350D-86B7E91317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K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D6ECEB-6922-BDB2-1484-21D2B228F8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9C00C9-125C-4343-8DE9-051DC0DECF1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5DE837-E53D-4454-8598-BBB1BCC42DEC}" type="datetimeFigureOut">
              <a:rPr lang="en-KE" smtClean="0"/>
              <a:t>24/02/2025</a:t>
            </a:fld>
            <a:endParaRPr lang="en-K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E5C7C8-B4C7-E854-9E25-7FA03D09171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K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A9D61F-88F4-1898-0C4C-D9B511747DA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AE8EA7-DA48-4759-99C5-221521EBD70E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21904718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K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3D8A86-F5AD-A4E4-BC98-A5CFFE9A96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235200"/>
            <a:ext cx="9144000" cy="2387600"/>
          </a:xfrm>
        </p:spPr>
        <p:txBody>
          <a:bodyPr>
            <a:normAutofit/>
          </a:bodyPr>
          <a:lstStyle/>
          <a:p>
            <a:r>
              <a:rPr lang="en-US" sz="7200" b="1" dirty="0"/>
              <a:t>LOST AND FOUND ITEM SYSTEM</a:t>
            </a:r>
            <a:endParaRPr lang="en-KE" sz="7200" b="1" dirty="0"/>
          </a:p>
        </p:txBody>
      </p:sp>
    </p:spTree>
    <p:extLst>
      <p:ext uri="{BB962C8B-B14F-4D97-AF65-F5344CB8AC3E}">
        <p14:creationId xmlns:p14="http://schemas.microsoft.com/office/powerpoint/2010/main" val="60979181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5FFE32-6DF1-D6B8-6A2D-238BAC2F43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29103"/>
          </a:xfrm>
        </p:spPr>
        <p:txBody>
          <a:bodyPr>
            <a:normAutofit/>
          </a:bodyPr>
          <a:lstStyle/>
          <a:p>
            <a:r>
              <a:rPr lang="en-US" sz="4800" b="1" u="sng" dirty="0"/>
              <a:t>PROBLEM IDENTIFICATION</a:t>
            </a:r>
            <a:endParaRPr lang="en-KE" sz="4800" b="1" u="sn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0F4D4A-F75A-6824-2A91-DE522D269E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8978" y="1294228"/>
            <a:ext cx="10997766" cy="5351271"/>
          </a:xfrm>
        </p:spPr>
        <p:txBody>
          <a:bodyPr>
            <a:normAutofit fontScale="92500"/>
          </a:bodyPr>
          <a:lstStyle/>
          <a:p>
            <a:r>
              <a:rPr lang="en-US" sz="5400" dirty="0"/>
              <a:t>We came to find that most of the people lose their items and find it difficult to trace their lost items. </a:t>
            </a:r>
          </a:p>
          <a:p>
            <a:r>
              <a:rPr lang="en-US" sz="5400" dirty="0"/>
              <a:t>We came up with a solution by developing software that helps users report lost items, search for found items, and manage the process efficiently</a:t>
            </a:r>
            <a:endParaRPr lang="en-KE" sz="5400" dirty="0"/>
          </a:p>
        </p:txBody>
      </p:sp>
    </p:spTree>
    <p:extLst>
      <p:ext uri="{BB962C8B-B14F-4D97-AF65-F5344CB8AC3E}">
        <p14:creationId xmlns:p14="http://schemas.microsoft.com/office/powerpoint/2010/main" val="1846592557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B6FB2A-8AA7-D43B-A380-029C294889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68387"/>
            <a:ext cx="10515600" cy="1325563"/>
          </a:xfrm>
        </p:spPr>
        <p:txBody>
          <a:bodyPr>
            <a:normAutofit/>
          </a:bodyPr>
          <a:lstStyle/>
          <a:p>
            <a:r>
              <a:rPr lang="en-US" sz="5400" b="1" u="sng" dirty="0"/>
              <a:t>Feasibility Study</a:t>
            </a:r>
            <a:endParaRPr lang="en-KE" sz="5400" b="1" u="sn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79E291-22C9-8E01-1296-3C62958D89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8033" y="1287887"/>
            <a:ext cx="11140225" cy="5473521"/>
          </a:xfrm>
        </p:spPr>
        <p:txBody>
          <a:bodyPr>
            <a:normAutofit fontScale="70000" lnSpcReduction="20000"/>
          </a:bodyPr>
          <a:lstStyle/>
          <a:p>
            <a:r>
              <a:rPr lang="en-US" sz="5700" dirty="0"/>
              <a:t>The study was conducted through observation</a:t>
            </a:r>
          </a:p>
          <a:p>
            <a:r>
              <a:rPr lang="en-US" sz="5700" dirty="0"/>
              <a:t>The system will be based on;</a:t>
            </a:r>
          </a:p>
          <a:p>
            <a:r>
              <a:rPr lang="en-US" sz="5700" dirty="0"/>
              <a:t>Compliance with laws on personal data protection, ensuring data privacy and security</a:t>
            </a:r>
          </a:p>
          <a:p>
            <a:r>
              <a:rPr lang="en-US" sz="5700" dirty="0"/>
              <a:t> User-friendly interface for ease of reporting and searching</a:t>
            </a:r>
          </a:p>
          <a:p>
            <a:r>
              <a:rPr lang="en-US" sz="5700" dirty="0"/>
              <a:t>Integration with social media platforms for easy sharing</a:t>
            </a:r>
          </a:p>
          <a:p>
            <a:r>
              <a:rPr lang="en-US" sz="5700" dirty="0"/>
              <a:t>Secure database</a:t>
            </a:r>
          </a:p>
          <a:p>
            <a:r>
              <a:rPr lang="en-US" sz="5700" dirty="0"/>
              <a:t>Notification and verification mechanism</a:t>
            </a:r>
          </a:p>
          <a:p>
            <a:endParaRPr lang="en-KE" dirty="0"/>
          </a:p>
        </p:txBody>
      </p:sp>
    </p:spTree>
    <p:extLst>
      <p:ext uri="{BB962C8B-B14F-4D97-AF65-F5344CB8AC3E}">
        <p14:creationId xmlns:p14="http://schemas.microsoft.com/office/powerpoint/2010/main" val="3264408155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2050D8-EDA1-A51C-4A17-78687787D2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6000" b="1" u="sng" dirty="0"/>
              <a:t>System Methodology</a:t>
            </a:r>
            <a:endParaRPr lang="en-KE" sz="6000" b="1" u="sn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050085-A5C8-AD76-AC09-457422228C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6600" dirty="0"/>
              <a:t> Waterfall methodology since its sequential, structured and its simple, and easy to understand.</a:t>
            </a:r>
            <a:endParaRPr lang="en-KE" sz="6600" dirty="0"/>
          </a:p>
        </p:txBody>
      </p:sp>
    </p:spTree>
    <p:extLst>
      <p:ext uri="{BB962C8B-B14F-4D97-AF65-F5344CB8AC3E}">
        <p14:creationId xmlns:p14="http://schemas.microsoft.com/office/powerpoint/2010/main" val="419216413"/>
      </p:ext>
    </p:extLst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C8FCCD-3ADE-D85B-330A-718081E8ED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6000" b="1" u="sng" dirty="0"/>
              <a:t>Functional Requirements </a:t>
            </a:r>
            <a:endParaRPr lang="en-KE" sz="6000" b="1" u="sn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19629E-AC2A-6685-A7BB-0C46082564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84101"/>
            <a:ext cx="10515600" cy="4592862"/>
          </a:xfrm>
        </p:spPr>
        <p:txBody>
          <a:bodyPr>
            <a:normAutofit lnSpcReduction="10000"/>
          </a:bodyPr>
          <a:lstStyle/>
          <a:p>
            <a:r>
              <a:rPr lang="en-US" sz="5400" dirty="0"/>
              <a:t>User Registration and profile creation</a:t>
            </a:r>
          </a:p>
          <a:p>
            <a:r>
              <a:rPr lang="en-US" sz="5400" dirty="0"/>
              <a:t>Real time notification for update</a:t>
            </a:r>
          </a:p>
          <a:p>
            <a:r>
              <a:rPr lang="en-US" sz="5400" dirty="0"/>
              <a:t>Search and Filtering capabilities</a:t>
            </a:r>
          </a:p>
          <a:p>
            <a:r>
              <a:rPr lang="en-US" sz="5400" dirty="0"/>
              <a:t>GPS integration</a:t>
            </a:r>
          </a:p>
          <a:p>
            <a:r>
              <a:rPr lang="en-US" sz="5400" dirty="0"/>
              <a:t>Report and Verification system </a:t>
            </a:r>
            <a:endParaRPr lang="en-KE" sz="5400" dirty="0"/>
          </a:p>
        </p:txBody>
      </p:sp>
    </p:spTree>
    <p:extLst>
      <p:ext uri="{BB962C8B-B14F-4D97-AF65-F5344CB8AC3E}">
        <p14:creationId xmlns:p14="http://schemas.microsoft.com/office/powerpoint/2010/main" val="2134193041"/>
      </p:ext>
    </p:extLst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1842E4-E32E-1FA6-4D0E-47949E022E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6000" b="1" u="sng" dirty="0"/>
              <a:t>Non-Functional Requirement</a:t>
            </a:r>
            <a:endParaRPr lang="en-KE" sz="6000" b="1" u="sn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0AF984-B193-DD78-991E-532535BAA5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32586"/>
            <a:ext cx="10515600" cy="4644377"/>
          </a:xfrm>
        </p:spPr>
        <p:txBody>
          <a:bodyPr>
            <a:normAutofit lnSpcReduction="10000"/>
          </a:bodyPr>
          <a:lstStyle/>
          <a:p>
            <a:r>
              <a:rPr lang="en-US" sz="5400" dirty="0"/>
              <a:t>Multi-language support for global accessibility</a:t>
            </a:r>
          </a:p>
          <a:p>
            <a:r>
              <a:rPr lang="en-US" sz="5400" dirty="0"/>
              <a:t>Scalability to handle a large number of users.</a:t>
            </a:r>
          </a:p>
          <a:p>
            <a:r>
              <a:rPr lang="en-US" sz="5400" dirty="0"/>
              <a:t>High availability and fast response</a:t>
            </a:r>
          </a:p>
          <a:p>
            <a:r>
              <a:rPr lang="en-US" sz="5400" dirty="0"/>
              <a:t>Secure authentication</a:t>
            </a:r>
            <a:endParaRPr lang="en-KE" sz="5400" dirty="0"/>
          </a:p>
        </p:txBody>
      </p:sp>
    </p:spTree>
    <p:extLst>
      <p:ext uri="{BB962C8B-B14F-4D97-AF65-F5344CB8AC3E}">
        <p14:creationId xmlns:p14="http://schemas.microsoft.com/office/powerpoint/2010/main" val="2204261260"/>
      </p:ext>
    </p:extLst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A523D7-BDF3-3E99-90FE-030C342B0C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b="1" u="sng" dirty="0"/>
              <a:t>User and Account Management Module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3F3C01-82DB-62DF-F4C3-30D685A26A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rmAutofit/>
          </a:bodyPr>
          <a:lstStyle/>
          <a:p>
            <a:r>
              <a:rPr lang="en-US" sz="4800" dirty="0"/>
              <a:t>It handles user registration, login, and profile management</a:t>
            </a:r>
          </a:p>
          <a:p>
            <a:r>
              <a:rPr lang="en-US" sz="4800" dirty="0"/>
              <a:t>Also manages authentication, access control, and user settings</a:t>
            </a:r>
          </a:p>
          <a:p>
            <a:r>
              <a:rPr lang="en-US" sz="4800" dirty="0"/>
              <a:t>Allows admins to monitor and manage users</a:t>
            </a:r>
            <a:endParaRPr lang="en-KE" sz="4800" dirty="0"/>
          </a:p>
        </p:txBody>
      </p:sp>
    </p:spTree>
    <p:extLst>
      <p:ext uri="{BB962C8B-B14F-4D97-AF65-F5344CB8AC3E}">
        <p14:creationId xmlns:p14="http://schemas.microsoft.com/office/powerpoint/2010/main" val="840039687"/>
      </p:ext>
    </p:extLst>
  </p:cSld>
  <p:clrMapOvr>
    <a:masterClrMapping/>
  </p:clrMapOvr>
  <p:transition spd="slow">
    <p:wip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B7416D-CFC0-9F70-4ED4-5731437687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839556"/>
            <a:ext cx="9144000" cy="1178887"/>
          </a:xfrm>
        </p:spPr>
        <p:txBody>
          <a:bodyPr>
            <a:normAutofit fontScale="90000"/>
          </a:bodyPr>
          <a:lstStyle/>
          <a:p>
            <a:r>
              <a:rPr lang="en-US" sz="8000" b="1" dirty="0"/>
              <a:t>SYSTEM MODULES </a:t>
            </a:r>
            <a:endParaRPr lang="en-KE" sz="8000" b="1" dirty="0"/>
          </a:p>
        </p:txBody>
      </p:sp>
    </p:spTree>
    <p:extLst>
      <p:ext uri="{BB962C8B-B14F-4D97-AF65-F5344CB8AC3E}">
        <p14:creationId xmlns:p14="http://schemas.microsoft.com/office/powerpoint/2010/main" val="677644360"/>
      </p:ext>
    </p:extLst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AE3309-E5A5-3B0E-4CB3-000707A9EC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8034" y="365125"/>
            <a:ext cx="10825766" cy="1325563"/>
          </a:xfrm>
        </p:spPr>
        <p:txBody>
          <a:bodyPr>
            <a:normAutofit fontScale="90000"/>
          </a:bodyPr>
          <a:lstStyle/>
          <a:p>
            <a:r>
              <a:rPr lang="en-US" sz="5300" b="1" u="sng" dirty="0"/>
              <a:t>Lost and Found Item Management Module</a:t>
            </a:r>
            <a:br>
              <a:rPr lang="en-US" u="sng" dirty="0"/>
            </a:br>
            <a:endParaRPr lang="en-KE" u="sn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C6A027-8A99-C3F5-37C1-55F8B2C4BA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75008"/>
            <a:ext cx="10515600" cy="4901955"/>
          </a:xfrm>
        </p:spPr>
        <p:txBody>
          <a:bodyPr>
            <a:normAutofit fontScale="92500"/>
          </a:bodyPr>
          <a:lstStyle/>
          <a:p>
            <a:r>
              <a:rPr lang="en-US" sz="5400" dirty="0"/>
              <a:t>Users can report lost or found items, including descriptions and images</a:t>
            </a:r>
          </a:p>
          <a:p>
            <a:r>
              <a:rPr lang="en-US" sz="5400" dirty="0"/>
              <a:t>Users can search for lost items and the system matches lost and found reports</a:t>
            </a:r>
          </a:p>
          <a:p>
            <a:r>
              <a:rPr lang="en-US" sz="5400" dirty="0"/>
              <a:t>The System sends notifications when there is a match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KE" dirty="0"/>
          </a:p>
        </p:txBody>
      </p:sp>
    </p:spTree>
    <p:extLst>
      <p:ext uri="{BB962C8B-B14F-4D97-AF65-F5344CB8AC3E}">
        <p14:creationId xmlns:p14="http://schemas.microsoft.com/office/powerpoint/2010/main" val="24242561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8E4504-10DA-8EDF-B7C7-8F2355FE2F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b="1" u="sng" dirty="0"/>
              <a:t>Communication and Verification Module </a:t>
            </a:r>
            <a:endParaRPr lang="en-KE" sz="4800" b="1" u="sn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BB78D9-290D-0586-44DC-37A516862E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84101"/>
            <a:ext cx="10515600" cy="4592862"/>
          </a:xfrm>
        </p:spPr>
        <p:txBody>
          <a:bodyPr>
            <a:normAutofit fontScale="92500"/>
          </a:bodyPr>
          <a:lstStyle/>
          <a:p>
            <a:r>
              <a:rPr lang="en-US" sz="5400" dirty="0"/>
              <a:t>Provides a chat system for users to communicate about lost or found items</a:t>
            </a:r>
          </a:p>
          <a:p>
            <a:r>
              <a:rPr lang="en-US" sz="5400" dirty="0"/>
              <a:t>Allows users to verify ownership before handling users' items</a:t>
            </a:r>
          </a:p>
          <a:p>
            <a:r>
              <a:rPr lang="en-US" sz="5400" dirty="0"/>
              <a:t>Sends notifications and alerts to users</a:t>
            </a:r>
          </a:p>
          <a:p>
            <a:endParaRPr lang="en-KE" dirty="0"/>
          </a:p>
        </p:txBody>
      </p:sp>
    </p:spTree>
    <p:extLst>
      <p:ext uri="{BB962C8B-B14F-4D97-AF65-F5344CB8AC3E}">
        <p14:creationId xmlns:p14="http://schemas.microsoft.com/office/powerpoint/2010/main" val="3532971488"/>
      </p:ext>
    </p:extLst>
  </p:cSld>
  <p:clrMapOvr>
    <a:masterClrMapping/>
  </p:clrMapOvr>
  <p:transition spd="slow"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AE1B3D-D677-BE87-AB03-7E9BE59CC7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760" y="365125"/>
            <a:ext cx="11535508" cy="1325563"/>
          </a:xfrm>
        </p:spPr>
        <p:txBody>
          <a:bodyPr>
            <a:normAutofit/>
          </a:bodyPr>
          <a:lstStyle/>
          <a:p>
            <a:r>
              <a:rPr lang="en-US" b="1" dirty="0"/>
              <a:t>System Administration and Database Management Module</a:t>
            </a:r>
            <a:endParaRPr lang="en-KE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2FEBF8-CA4E-CBB2-03C0-2F6484FCEB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sz="5400" dirty="0"/>
              <a:t>Admins can monitor reports, manage fraud detection, and moderate listings</a:t>
            </a:r>
          </a:p>
          <a:p>
            <a:r>
              <a:rPr lang="en-US" sz="5400" dirty="0"/>
              <a:t>The system stores and secures users’ item and chat data in the database</a:t>
            </a:r>
          </a:p>
          <a:p>
            <a:r>
              <a:rPr lang="en-US" sz="5400" dirty="0"/>
              <a:t>It includes system logs, analytics and backup for data integrity</a:t>
            </a:r>
            <a:endParaRPr lang="en-KE" sz="5400" dirty="0"/>
          </a:p>
        </p:txBody>
      </p:sp>
    </p:spTree>
    <p:extLst>
      <p:ext uri="{BB962C8B-B14F-4D97-AF65-F5344CB8AC3E}">
        <p14:creationId xmlns:p14="http://schemas.microsoft.com/office/powerpoint/2010/main" val="757444221"/>
      </p:ext>
    </p:extLst>
  </p:cSld>
  <p:clrMapOvr>
    <a:masterClrMapping/>
  </p:clrMapOvr>
  <p:transition spd="slow">
    <p:push dir="u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731A75-A202-E128-B3F6-8FD1A38E6B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0"/>
            <a:ext cx="10515600" cy="1325563"/>
          </a:xfrm>
        </p:spPr>
        <p:txBody>
          <a:bodyPr>
            <a:normAutofit/>
          </a:bodyPr>
          <a:lstStyle/>
          <a:p>
            <a:r>
              <a:rPr lang="en-US" sz="5400" b="1" dirty="0"/>
              <a:t>DATAFLOW DIAGRAM</a:t>
            </a:r>
            <a:endParaRPr lang="en-KE" sz="5400" b="1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94B34E9-B556-36AD-D0D5-7F50C7834E5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71990" y="1196494"/>
            <a:ext cx="5951658" cy="5353957"/>
          </a:xfrm>
        </p:spPr>
      </p:pic>
    </p:spTree>
    <p:extLst>
      <p:ext uri="{BB962C8B-B14F-4D97-AF65-F5344CB8AC3E}">
        <p14:creationId xmlns:p14="http://schemas.microsoft.com/office/powerpoint/2010/main" val="3636282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Parallax</Template>
  <TotalTime>4</TotalTime>
  <Words>324</Words>
  <Application>Microsoft Office PowerPoint</Application>
  <PresentationFormat>Widescreen</PresentationFormat>
  <Paragraphs>43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Office Theme</vt:lpstr>
      <vt:lpstr>LOST AND FOUND ITEM SYSTEM</vt:lpstr>
      <vt:lpstr>PROBLEM IDENTIFICATION</vt:lpstr>
      <vt:lpstr>Feasibility Study</vt:lpstr>
      <vt:lpstr>System Methodology</vt:lpstr>
      <vt:lpstr>Functional Requirements </vt:lpstr>
      <vt:lpstr>Non-Functional Requirement</vt:lpstr>
      <vt:lpstr>User and Account Management Module</vt:lpstr>
      <vt:lpstr>SYSTEM MODULES </vt:lpstr>
      <vt:lpstr>Lost and Found Item Management Module </vt:lpstr>
      <vt:lpstr>Communication and Verification Module </vt:lpstr>
      <vt:lpstr>System Administration and Database Management Module</vt:lpstr>
      <vt:lpstr>DATAFLOW DIAGRAM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EMMANUEL ZUKANGU</dc:creator>
  <cp:lastModifiedBy>EMMANUEL ZUKANGU</cp:lastModifiedBy>
  <cp:revision>1</cp:revision>
  <dcterms:created xsi:type="dcterms:W3CDTF">2025-02-24T07:49:55Z</dcterms:created>
  <dcterms:modified xsi:type="dcterms:W3CDTF">2025-02-24T07:54:16Z</dcterms:modified>
</cp:coreProperties>
</file>